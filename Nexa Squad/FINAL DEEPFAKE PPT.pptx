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rend Sans One" charset="1" panose="00000000000000000000"/>
      <p:regular r:id="rId15"/>
    </p:embeddedFont>
    <p:embeddedFont>
      <p:font typeface="Trend Slab Four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3632" y="2048280"/>
            <a:ext cx="18491632" cy="5994483"/>
          </a:xfrm>
          <a:custGeom>
            <a:avLst/>
            <a:gdLst/>
            <a:ahLst/>
            <a:cxnLst/>
            <a:rect r="r" b="b" t="t" l="l"/>
            <a:pathLst>
              <a:path h="5994483" w="18491632">
                <a:moveTo>
                  <a:pt x="0" y="0"/>
                </a:moveTo>
                <a:lnTo>
                  <a:pt x="18491632" y="0"/>
                </a:lnTo>
                <a:lnTo>
                  <a:pt x="18491632" y="5994483"/>
                </a:lnTo>
                <a:lnTo>
                  <a:pt x="0" y="59944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05" r="-599" b="-1170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221771"/>
            <a:ext cx="18288000" cy="5607838"/>
          </a:xfrm>
          <a:custGeom>
            <a:avLst/>
            <a:gdLst/>
            <a:ahLst/>
            <a:cxnLst/>
            <a:rect r="r" b="b" t="t" l="l"/>
            <a:pathLst>
              <a:path h="5607838" w="18288000">
                <a:moveTo>
                  <a:pt x="0" y="0"/>
                </a:moveTo>
                <a:lnTo>
                  <a:pt x="18288000" y="0"/>
                </a:lnTo>
                <a:lnTo>
                  <a:pt x="18288000" y="5607838"/>
                </a:lnTo>
                <a:lnTo>
                  <a:pt x="0" y="5607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51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9600" y="0"/>
            <a:ext cx="15048800" cy="10287000"/>
          </a:xfrm>
          <a:custGeom>
            <a:avLst/>
            <a:gdLst/>
            <a:ahLst/>
            <a:cxnLst/>
            <a:rect r="r" b="b" t="t" l="l"/>
            <a:pathLst>
              <a:path h="10287000" w="15048800">
                <a:moveTo>
                  <a:pt x="0" y="0"/>
                </a:moveTo>
                <a:lnTo>
                  <a:pt x="15048800" y="0"/>
                </a:lnTo>
                <a:lnTo>
                  <a:pt x="150488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8" t="0" r="-78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74667"/>
            <a:ext cx="18240861" cy="8937666"/>
          </a:xfrm>
          <a:custGeom>
            <a:avLst/>
            <a:gdLst/>
            <a:ahLst/>
            <a:cxnLst/>
            <a:rect r="r" b="b" t="t" l="l"/>
            <a:pathLst>
              <a:path h="8937666" w="18240861">
                <a:moveTo>
                  <a:pt x="0" y="0"/>
                </a:moveTo>
                <a:lnTo>
                  <a:pt x="18240861" y="0"/>
                </a:lnTo>
                <a:lnTo>
                  <a:pt x="18240861" y="8937666"/>
                </a:lnTo>
                <a:lnTo>
                  <a:pt x="0" y="89376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9" r="0" b="-12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22960"/>
            <a:ext cx="18288000" cy="8435340"/>
          </a:xfrm>
          <a:custGeom>
            <a:avLst/>
            <a:gdLst/>
            <a:ahLst/>
            <a:cxnLst/>
            <a:rect r="r" b="b" t="t" l="l"/>
            <a:pathLst>
              <a:path h="8435340" w="18288000">
                <a:moveTo>
                  <a:pt x="0" y="0"/>
                </a:moveTo>
                <a:lnTo>
                  <a:pt x="18288000" y="0"/>
                </a:lnTo>
                <a:lnTo>
                  <a:pt x="18288000" y="8435340"/>
                </a:lnTo>
                <a:lnTo>
                  <a:pt x="0" y="8435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13057"/>
            <a:ext cx="18288000" cy="8115300"/>
          </a:xfrm>
          <a:custGeom>
            <a:avLst/>
            <a:gdLst/>
            <a:ahLst/>
            <a:cxnLst/>
            <a:rect r="r" b="b" t="t" l="l"/>
            <a:pathLst>
              <a:path h="8115300" w="18288000">
                <a:moveTo>
                  <a:pt x="0" y="0"/>
                </a:moveTo>
                <a:lnTo>
                  <a:pt x="18288000" y="0"/>
                </a:lnTo>
                <a:lnTo>
                  <a:pt x="182880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11530"/>
            <a:ext cx="18288000" cy="8663940"/>
          </a:xfrm>
          <a:custGeom>
            <a:avLst/>
            <a:gdLst/>
            <a:ahLst/>
            <a:cxnLst/>
            <a:rect r="r" b="b" t="t" l="l"/>
            <a:pathLst>
              <a:path h="8663940" w="18288000">
                <a:moveTo>
                  <a:pt x="0" y="0"/>
                </a:moveTo>
                <a:lnTo>
                  <a:pt x="18288000" y="0"/>
                </a:lnTo>
                <a:lnTo>
                  <a:pt x="18288000" y="8663940"/>
                </a:lnTo>
                <a:lnTo>
                  <a:pt x="0" y="8663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39327" y="0"/>
            <a:ext cx="14578557" cy="10241436"/>
          </a:xfrm>
          <a:custGeom>
            <a:avLst/>
            <a:gdLst/>
            <a:ahLst/>
            <a:cxnLst/>
            <a:rect r="r" b="b" t="t" l="l"/>
            <a:pathLst>
              <a:path h="10241436" w="14578557">
                <a:moveTo>
                  <a:pt x="0" y="0"/>
                </a:moveTo>
                <a:lnTo>
                  <a:pt x="14578557" y="0"/>
                </a:lnTo>
                <a:lnTo>
                  <a:pt x="14578557" y="10241436"/>
                </a:lnTo>
                <a:lnTo>
                  <a:pt x="0" y="10241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558396"/>
            <a:ext cx="16230600" cy="5170207"/>
            <a:chOff x="0" y="0"/>
            <a:chExt cx="21640800" cy="689361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7792559" y="247650"/>
              <a:ext cx="6055682" cy="1883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21"/>
                </a:lnSpc>
              </a:pPr>
              <a:r>
                <a:rPr lang="en-US" sz="8280" spc="-149">
                  <a:solidFill>
                    <a:srgbClr val="000000"/>
                  </a:solidFill>
                  <a:latin typeface="Trend Sans One"/>
                  <a:ea typeface="Trend Sans One"/>
                  <a:cs typeface="Trend Sans One"/>
                  <a:sym typeface="Trend Sans One"/>
                </a:rPr>
                <a:t>thank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891073"/>
              <a:ext cx="21640800" cy="4002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35"/>
                </a:lnSpc>
              </a:pPr>
              <a:r>
                <a:rPr lang="en-US" sz="23296" spc="-535">
                  <a:solidFill>
                    <a:srgbClr val="E6999C"/>
                  </a:solidFill>
                  <a:latin typeface="Trend Slab Four"/>
                  <a:ea typeface="Trend Slab Four"/>
                  <a:cs typeface="Trend Slab Four"/>
                  <a:sym typeface="Trend Slab Four"/>
                </a:rPr>
                <a:t>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DAGdy5ABonU</dc:identifier>
  <dcterms:modified xsi:type="dcterms:W3CDTF">2011-08-01T06:04:30Z</dcterms:modified>
  <cp:revision>1</cp:revision>
  <dc:title>you</dc:title>
</cp:coreProperties>
</file>